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2" Type="http://schemas.openxmlformats.org/officeDocument/2006/relationships/slide" Target="slides/slide7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e8483d02d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e8483d02d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e8483d02df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e8483d02df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e8483d02df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e8483d02df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e8483d02df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e8483d02df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e8483d02df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e8483d02df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e8483d02df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e8483d02df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Relationship Id="rId4" Type="http://schemas.openxmlformats.org/officeDocument/2006/relationships/image" Target="../media/image8.png"/><Relationship Id="rId5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hu"/>
              <a:t>Rádió Játék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199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hu"/>
              <a:t>Készítette: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hu"/>
              <a:t>Szászfai László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hu"/>
              <a:t>Szilágyi Zsombor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hu"/>
              <a:t>Németh Imre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"/>
              <a:t>Játék célja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hu"/>
              <a:t>Rádiós kapcsolat helyreállítása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"/>
              <a:t>Irányítás és megvalósítása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"/>
              <a:t>Kamera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hu"/>
              <a:t>WASD-s mozgás</a:t>
            </a:r>
            <a:endParaRPr/>
          </a:p>
        </p:txBody>
      </p:sp>
      <p:pic>
        <p:nvPicPr>
          <p:cNvPr id="68" name="Google Shape;6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1999" y="229100"/>
            <a:ext cx="4215150" cy="4746474"/>
          </a:xfrm>
          <a:prstGeom prst="rect">
            <a:avLst/>
          </a:prstGeom>
          <a:noFill/>
          <a:ln>
            <a:noFill/>
          </a:ln>
        </p:spPr>
      </p:pic>
      <p:pic>
        <p:nvPicPr>
          <p:cNvPr id="69" name="Google Shape;69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27151" y="2004575"/>
            <a:ext cx="3237375" cy="3310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"/>
              <a:t>Interakciók</a:t>
            </a:r>
            <a:endParaRPr/>
          </a:p>
        </p:txBody>
      </p:sp>
      <p:sp>
        <p:nvSpPr>
          <p:cNvPr id="75" name="Google Shape;75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"/>
              <a:t>Interakció indítása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hu"/>
              <a:t>Interactable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hu"/>
              <a:t>IInteractable(interface)</a:t>
            </a:r>
            <a:endParaRPr/>
          </a:p>
        </p:txBody>
      </p:sp>
      <p:pic>
        <p:nvPicPr>
          <p:cNvPr id="76" name="Google Shape;76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45325" y="107875"/>
            <a:ext cx="4704050" cy="4927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4672" y="2700325"/>
            <a:ext cx="2949950" cy="2200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"/>
              <a:t>Pálya felépítés - “Erdő”</a:t>
            </a:r>
            <a:endParaRPr/>
          </a:p>
        </p:txBody>
      </p:sp>
      <p:pic>
        <p:nvPicPr>
          <p:cNvPr id="83" name="Google Shape;83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24625" y="1100751"/>
            <a:ext cx="7042748" cy="3579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"/>
              <a:t>Pálya felépítés - Bázis</a:t>
            </a:r>
            <a:endParaRPr/>
          </a:p>
        </p:txBody>
      </p:sp>
      <p:pic>
        <p:nvPicPr>
          <p:cNvPr id="89" name="Google Shape;89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81950" y="1152473"/>
            <a:ext cx="6096825" cy="32746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"/>
              <a:t>Általános dizájn</a:t>
            </a:r>
            <a:endParaRPr/>
          </a:p>
        </p:txBody>
      </p:sp>
      <p:sp>
        <p:nvSpPr>
          <p:cNvPr id="95" name="Google Shape;95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"/>
              <a:t>Beltér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hu"/>
              <a:t>Kültér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hu"/>
              <a:t>Szobák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hu"/>
              <a:t>Assetek</a:t>
            </a:r>
            <a:endParaRPr/>
          </a:p>
        </p:txBody>
      </p:sp>
      <p:pic>
        <p:nvPicPr>
          <p:cNvPr id="96" name="Google Shape;96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51175" y="147623"/>
            <a:ext cx="5542575" cy="29476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67950" y="2401775"/>
            <a:ext cx="4907173" cy="2641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01325" y="2980475"/>
            <a:ext cx="3839723" cy="2063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